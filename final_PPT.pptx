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0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2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9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1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5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3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5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3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C5D3A-4C26-4928-9C92-5E043AD6630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476CE-C9FD-402B-B8A7-49D1B8B98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9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9" b="1353"/>
          <a:stretch/>
        </p:blipFill>
        <p:spPr>
          <a:xfrm>
            <a:off x="1119554" y="638355"/>
            <a:ext cx="9952892" cy="558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79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5" b="896"/>
          <a:stretch/>
        </p:blipFill>
        <p:spPr>
          <a:xfrm>
            <a:off x="1163321" y="635508"/>
            <a:ext cx="9865358" cy="558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495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2" b="1048"/>
          <a:stretch/>
        </p:blipFill>
        <p:spPr>
          <a:xfrm>
            <a:off x="1066800" y="629729"/>
            <a:ext cx="9946640" cy="55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32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7" b="1505"/>
          <a:stretch/>
        </p:blipFill>
        <p:spPr>
          <a:xfrm>
            <a:off x="1153160" y="642668"/>
            <a:ext cx="9885680" cy="557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5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2" b="1658"/>
          <a:stretch/>
        </p:blipFill>
        <p:spPr>
          <a:xfrm>
            <a:off x="1127760" y="646981"/>
            <a:ext cx="9936480" cy="55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810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0" b="1658"/>
          <a:stretch/>
        </p:blipFill>
        <p:spPr>
          <a:xfrm>
            <a:off x="1168400" y="646981"/>
            <a:ext cx="9855200" cy="55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983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1" b="1963"/>
          <a:stretch/>
        </p:blipFill>
        <p:spPr>
          <a:xfrm>
            <a:off x="1374164" y="787300"/>
            <a:ext cx="9443672" cy="52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8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5" b="1964"/>
          <a:stretch/>
        </p:blipFill>
        <p:spPr>
          <a:xfrm>
            <a:off x="1143000" y="655638"/>
            <a:ext cx="9906000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03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5"/>
          <a:stretch/>
        </p:blipFill>
        <p:spPr>
          <a:xfrm>
            <a:off x="1066800" y="640398"/>
            <a:ext cx="10058400" cy="55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0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6" b="1784"/>
          <a:stretch/>
        </p:blipFill>
        <p:spPr>
          <a:xfrm>
            <a:off x="1148080" y="600075"/>
            <a:ext cx="9895840" cy="555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23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16" t="180" r="1616" b="2682"/>
          <a:stretch/>
        </p:blipFill>
        <p:spPr>
          <a:xfrm>
            <a:off x="1066800" y="681038"/>
            <a:ext cx="100584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371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6" b="2850"/>
          <a:stretch/>
        </p:blipFill>
        <p:spPr>
          <a:xfrm>
            <a:off x="1148080" y="680720"/>
            <a:ext cx="9895840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869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2" b="1953"/>
          <a:stretch/>
        </p:blipFill>
        <p:spPr>
          <a:xfrm>
            <a:off x="1173480" y="655320"/>
            <a:ext cx="9845040" cy="5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197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2026-04-06T11:48:18Z</dcterms:created>
  <dcterms:modified xsi:type="dcterms:W3CDTF">2026-04-06T12:13:59Z</dcterms:modified>
</cp:coreProperties>
</file>